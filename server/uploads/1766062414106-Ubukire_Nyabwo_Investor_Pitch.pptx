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77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51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290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15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18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961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06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23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00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171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80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083905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938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85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2805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603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90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009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Ubukire Nyabwo TV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Rebuilding </a:t>
            </a:r>
            <a:r>
              <a:rPr dirty="0" smtClean="0"/>
              <a:t>Rwanda’s</a:t>
            </a:r>
            <a:r>
              <a:rPr lang="en-US" dirty="0" smtClean="0"/>
              <a:t> /</a:t>
            </a:r>
            <a:r>
              <a:rPr dirty="0" smtClean="0"/>
              <a:t> </a:t>
            </a:r>
            <a:r>
              <a:rPr dirty="0"/>
              <a:t>Motivation, Business &amp; Talent Discovery </a:t>
            </a:r>
            <a:r>
              <a:rPr dirty="0" smtClean="0"/>
              <a:t>Channel</a:t>
            </a:r>
            <a:r>
              <a:rPr lang="en-US" dirty="0" smtClean="0"/>
              <a:t>.</a:t>
            </a:r>
          </a:p>
          <a:p>
            <a:r>
              <a:rPr lang="en-US" dirty="0" smtClean="0"/>
              <a:t>“</a:t>
            </a:r>
            <a:r>
              <a:rPr lang="en-US" dirty="0"/>
              <a:t>Christian principles and values of </a:t>
            </a:r>
            <a:r>
              <a:rPr lang="en-US" dirty="0" smtClean="0"/>
              <a:t>success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Youth lack access to business, finance, and success education.</a:t>
            </a:r>
          </a:p>
          <a:p>
            <a:r>
              <a:t>• Rwanda and Africa lack inspirational platforms showcasing real success stories.</a:t>
            </a:r>
          </a:p>
          <a:p>
            <a:r>
              <a:t>• Many talented youths remain undiscovered.</a:t>
            </a:r>
          </a:p>
          <a:p>
            <a:r>
              <a:t>• Motivational and business-focused creators are few despite high demand.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15,000 existing YouTube subscribers.</a:t>
            </a:r>
          </a:p>
          <a:p>
            <a:r>
              <a:t>• Rising African demand for business, motivation, and agribusiness content.</a:t>
            </a:r>
          </a:p>
          <a:p>
            <a:r>
              <a:t>• Advertising revenue + sponsorships + brand deals.</a:t>
            </a:r>
          </a:p>
          <a:p>
            <a:r>
              <a:t>• Growing youth population hungry for financial empowerment.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content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>
                <a:effectLst/>
              </a:rPr>
              <a:t>Teaching:  </a:t>
            </a:r>
            <a:r>
              <a:rPr lang="en-US" dirty="0">
                <a:effectLst/>
              </a:rPr>
              <a:t>Impamvu Abantu Benshi Batagera Ku </a:t>
            </a:r>
            <a:r>
              <a:rPr lang="en-US" dirty="0" smtClean="0">
                <a:effectLst/>
              </a:rPr>
              <a:t>Bukire</a:t>
            </a:r>
          </a:p>
          <a:p>
            <a:r>
              <a:rPr lang="en-US" dirty="0">
                <a:effectLst/>
              </a:rPr>
              <a:t>Talent Talk </a:t>
            </a:r>
            <a:r>
              <a:rPr lang="en-US" dirty="0" smtClean="0">
                <a:effectLst/>
              </a:rPr>
              <a:t>: </a:t>
            </a:r>
            <a:r>
              <a:rPr lang="en-US" dirty="0">
                <a:effectLst/>
              </a:rPr>
              <a:t>Impano Ikwinjiriza </a:t>
            </a:r>
            <a:r>
              <a:rPr lang="en-US" dirty="0" smtClean="0">
                <a:effectLst/>
              </a:rPr>
              <a:t>Amafaranga</a:t>
            </a:r>
          </a:p>
          <a:p>
            <a:r>
              <a:rPr lang="en-US" dirty="0" smtClean="0">
                <a:effectLst/>
              </a:rPr>
              <a:t>Agribusiness: </a:t>
            </a:r>
            <a:r>
              <a:rPr lang="en-US" dirty="0">
                <a:effectLst/>
              </a:rPr>
              <a:t>Uko Watangira Ubuhinzi </a:t>
            </a:r>
            <a:r>
              <a:rPr lang="en-US" dirty="0" smtClean="0">
                <a:effectLst/>
              </a:rPr>
              <a:t>Bwunguka</a:t>
            </a:r>
          </a:p>
          <a:p>
            <a:r>
              <a:rPr lang="en-US" dirty="0">
                <a:effectLst/>
              </a:rPr>
              <a:t>Big Interview </a:t>
            </a:r>
            <a:r>
              <a:rPr lang="en-US" dirty="0" smtClean="0">
                <a:effectLst/>
              </a:rPr>
              <a:t>: </a:t>
            </a:r>
            <a:r>
              <a:rPr lang="en-US" dirty="0">
                <a:effectLst/>
              </a:rPr>
              <a:t>Entrepreneur </a:t>
            </a:r>
            <a:r>
              <a:rPr lang="en-US" dirty="0" smtClean="0">
                <a:effectLst/>
              </a:rPr>
              <a:t>Story</a:t>
            </a:r>
          </a:p>
          <a:p>
            <a:r>
              <a:rPr lang="en-US" dirty="0" smtClean="0">
                <a:effectLst/>
              </a:rPr>
              <a:t>Teaching:  </a:t>
            </a:r>
            <a:r>
              <a:rPr lang="en-US" dirty="0" err="1" smtClean="0">
                <a:effectLst/>
              </a:rPr>
              <a:t>gira</a:t>
            </a:r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imapvu ituma umuntu </a:t>
            </a:r>
            <a:r>
              <a:rPr lang="en-US" dirty="0" smtClean="0">
                <a:effectLst/>
              </a:rPr>
              <a:t>yiyubaka </a:t>
            </a:r>
            <a:r>
              <a:rPr lang="en-US" dirty="0">
                <a:effectLst/>
              </a:rPr>
              <a:t>umunsi kuwundi </a:t>
            </a:r>
            <a:r>
              <a:rPr lang="en-US" dirty="0" smtClean="0">
                <a:effectLst/>
              </a:rPr>
              <a:t>.</a:t>
            </a:r>
          </a:p>
          <a:p>
            <a:r>
              <a:rPr lang="en-US" dirty="0">
                <a:effectLst/>
              </a:rPr>
              <a:t>Big Testimony </a:t>
            </a:r>
            <a:r>
              <a:rPr lang="en-US" dirty="0" smtClean="0">
                <a:effectLst/>
              </a:rPr>
              <a:t>: </a:t>
            </a:r>
            <a:r>
              <a:rPr lang="en-US" dirty="0">
                <a:effectLst/>
              </a:rPr>
              <a:t>Inkuru </a:t>
            </a:r>
            <a:r>
              <a:rPr lang="en-US" dirty="0" smtClean="0">
                <a:effectLst/>
              </a:rPr>
              <a:t>Umuntu </a:t>
            </a:r>
            <a:r>
              <a:rPr lang="en-US" dirty="0">
                <a:effectLst/>
              </a:rPr>
              <a:t>Wabaye </a:t>
            </a:r>
            <a:r>
              <a:rPr lang="en-US" dirty="0" smtClean="0">
                <a:effectLst/>
              </a:rPr>
              <a:t>Successful.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7393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Build the #1 Rwandan motivational &amp; business transformation platform.</a:t>
            </a:r>
          </a:p>
          <a:p>
            <a:r>
              <a:rPr dirty="0"/>
              <a:t>• Discover and develop talents across Africa.</a:t>
            </a:r>
          </a:p>
          <a:p>
            <a:r>
              <a:rPr dirty="0"/>
              <a:t>• Empower </a:t>
            </a:r>
            <a:r>
              <a:rPr lang="en-US" dirty="0" smtClean="0"/>
              <a:t>Africans</a:t>
            </a:r>
            <a:r>
              <a:rPr dirty="0" smtClean="0"/>
              <a:t> </a:t>
            </a:r>
            <a:r>
              <a:rPr dirty="0"/>
              <a:t>through real stories, interviews, and business teachings.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Ubukire Nyabwo TV Offers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Weekly business, motivation, and agribusiness episodes.</a:t>
            </a:r>
          </a:p>
          <a:p>
            <a:r>
              <a:t>• High-quality interviews with entrepreneurs &amp; talented youth.</a:t>
            </a:r>
          </a:p>
          <a:p>
            <a:r>
              <a:t>• Educational content for mindset, finance &amp; personal growth.</a:t>
            </a:r>
          </a:p>
          <a:p>
            <a:r>
              <a:t>• Success stories that inspire transformation.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Current 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15,000+ YouTube subscribers.</a:t>
            </a:r>
          </a:p>
          <a:p>
            <a:r>
              <a:t>• Strong returning audience potential.</a:t>
            </a:r>
          </a:p>
          <a:p>
            <a:r>
              <a:t>• Established brand name with recognition.</a:t>
            </a:r>
          </a:p>
          <a:p>
            <a:r>
              <a:t>• New 60‑day comeback strategy ready to launch.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YouTube Ad Revenue.</a:t>
            </a:r>
          </a:p>
          <a:p>
            <a:r>
              <a:t>• Sponsored interviews.</a:t>
            </a:r>
          </a:p>
          <a:p>
            <a:r>
              <a:t>• Partnership content.</a:t>
            </a:r>
          </a:p>
          <a:p>
            <a:r>
              <a:t>• Mentorship program &amp; online training.</a:t>
            </a:r>
          </a:p>
          <a:p>
            <a:r>
              <a:t>• Talent promotion &amp; management revenue.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 are seeking investment for:</a:t>
            </a:r>
          </a:p>
          <a:p>
            <a:r>
              <a:rPr dirty="0"/>
              <a:t>• Professional filming equipment.</a:t>
            </a:r>
          </a:p>
          <a:p>
            <a:r>
              <a:rPr dirty="0"/>
              <a:t>• Studio setup.</a:t>
            </a:r>
          </a:p>
          <a:p>
            <a:r>
              <a:rPr dirty="0"/>
              <a:t>• Editing and production team.</a:t>
            </a:r>
          </a:p>
          <a:p>
            <a:r>
              <a:rPr dirty="0"/>
              <a:t>• Marketing and promotion.</a:t>
            </a:r>
          </a:p>
          <a:p>
            <a:endParaRPr dirty="0"/>
          </a:p>
          <a:p>
            <a:r>
              <a:rPr dirty="0"/>
              <a:t>Investment Needed: </a:t>
            </a:r>
            <a:r>
              <a:rPr dirty="0" smtClean="0"/>
              <a:t>5</a:t>
            </a:r>
            <a:r>
              <a:rPr lang="en-US" dirty="0" smtClean="0"/>
              <a:t>M</a:t>
            </a:r>
            <a:r>
              <a:rPr dirty="0" smtClean="0"/>
              <a:t> </a:t>
            </a:r>
            <a:r>
              <a:rPr dirty="0"/>
              <a:t>– </a:t>
            </a:r>
            <a:r>
              <a:rPr dirty="0" smtClean="0"/>
              <a:t>20,000</a:t>
            </a:r>
            <a:r>
              <a:rPr lang="en-US" dirty="0" smtClean="0"/>
              <a:t>M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Invest?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Proven audience base.</a:t>
            </a:r>
          </a:p>
          <a:p>
            <a:r>
              <a:t>• High demand content sector.</a:t>
            </a:r>
          </a:p>
          <a:p>
            <a:r>
              <a:t>• Opportunity to become part of Rwanda’s future leading media brand.</a:t>
            </a:r>
          </a:p>
          <a:p>
            <a:r>
              <a:t>• Clear growth and monetization plan.</a:t>
            </a:r>
          </a:p>
          <a:p>
            <a:r>
              <a:t>• Strong mission to empower youth and society.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Name: Ubukire Nyabwo TV </a:t>
            </a:r>
          </a:p>
          <a:p>
            <a:r>
              <a:rPr dirty="0"/>
              <a:t>Email: ubukirenyabwotv@gmail.com</a:t>
            </a:r>
          </a:p>
          <a:p>
            <a:r>
              <a:rPr dirty="0" smtClean="0"/>
              <a:t>Location</a:t>
            </a:r>
            <a:r>
              <a:rPr dirty="0"/>
              <a:t>: Kigali, Rwanda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25</TotalTime>
  <Words>381</Words>
  <Application>Microsoft Office PowerPoint</Application>
  <PresentationFormat>On-screen Show (4:3)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Bookman Old Style</vt:lpstr>
      <vt:lpstr>Rockwell</vt:lpstr>
      <vt:lpstr>Damask</vt:lpstr>
      <vt:lpstr>Ubukire Nyabwo TV </vt:lpstr>
      <vt:lpstr>The Problem</vt:lpstr>
      <vt:lpstr>The Opportunity</vt:lpstr>
      <vt:lpstr>examples of content</vt:lpstr>
      <vt:lpstr>Our Vision</vt:lpstr>
      <vt:lpstr>What Ubukire Nyabwo TV Offers</vt:lpstr>
      <vt:lpstr>Our Current Traction</vt:lpstr>
      <vt:lpstr>Business Model</vt:lpstr>
      <vt:lpstr>Investment Required</vt:lpstr>
      <vt:lpstr>Why Invest?</vt:lpstr>
      <vt:lpstr>Contact Information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Ubukire Nyabwo TV </dc:title>
  <dc:subject/>
  <dc:creator>David</dc:creator>
  <cp:keywords/>
  <dc:description>generated using python-pptx</dc:description>
  <cp:lastModifiedBy>David</cp:lastModifiedBy>
  <cp:revision>5</cp:revision>
  <dcterms:created xsi:type="dcterms:W3CDTF">2013-01-27T09:14:16Z</dcterms:created>
  <dcterms:modified xsi:type="dcterms:W3CDTF">2025-12-12T11:16:39Z</dcterms:modified>
  <cp:category/>
</cp:coreProperties>
</file>