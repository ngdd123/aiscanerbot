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Force Yourself to Organize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 Life-Changing Habits</a:t>
            </a:r>
          </a:p>
          <a:p>
            <a:r>
              <a:t>Discipline • Structure • Consistency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 how to organize your life</a:t>
            </a:r>
          </a:p>
          <a:p>
            <a:r>
              <a:t>• Build strong daily habits</a:t>
            </a:r>
          </a:p>
          <a:p>
            <a:r>
              <a:t>• Beat procrastination</a:t>
            </a:r>
          </a:p>
          <a:p>
            <a:r>
              <a:t>• Create discipline that lasts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1: Understanding Organization &amp; Habits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it means to be organized</a:t>
            </a:r>
          </a:p>
          <a:p>
            <a:r>
              <a:t>• Science of habits</a:t>
            </a:r>
          </a:p>
          <a:p>
            <a:r>
              <a:t>• Discipline vs motivation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Does It Mean to Be Organized?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Organized mind</a:t>
            </a:r>
          </a:p>
          <a:p>
            <a:r>
              <a:t>• Organized time</a:t>
            </a:r>
          </a:p>
          <a:p>
            <a:r>
              <a:t>• Organized goals</a:t>
            </a:r>
          </a:p>
          <a:p>
            <a:r>
              <a:t>• Organized environment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Science of Habits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Cue → Action → Reward</a:t>
            </a:r>
          </a:p>
          <a:p>
            <a:r>
              <a:t>• Habits shape your life</a:t>
            </a:r>
          </a:p>
          <a:p>
            <a:r>
              <a:t>• Small actions repeated daily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You Must Force Yourself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Motivation is unreliable</a:t>
            </a:r>
          </a:p>
          <a:p>
            <a:r>
              <a:t>• Discipline creates freedom</a:t>
            </a:r>
          </a:p>
          <a:p>
            <a:r>
              <a:t>• Pain of discipline &lt; Pain of regret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2: Organizing Your Time &amp;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Time management</a:t>
            </a:r>
          </a:p>
          <a:p>
            <a:r>
              <a:t>• Daily routines</a:t>
            </a:r>
          </a:p>
          <a:p>
            <a:r>
              <a:t>• Priority 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Is Your Greatest Asset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Time once lost is gone forever</a:t>
            </a:r>
          </a:p>
          <a:p>
            <a:r>
              <a:t>• Disorganization wastes time</a:t>
            </a:r>
          </a:p>
          <a:p>
            <a:r>
              <a:t>• Awareness is power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 Daily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Morning routine</a:t>
            </a:r>
          </a:p>
          <a:p>
            <a:r>
              <a:t>• Work/study blocks</a:t>
            </a:r>
          </a:p>
          <a:p>
            <a:r>
              <a:t>• Evening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Managing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Important vs Urgent</a:t>
            </a:r>
          </a:p>
          <a:p>
            <a:r>
              <a:t>• Focus on high-impact tasks</a:t>
            </a:r>
          </a:p>
          <a:p>
            <a:r>
              <a:t>• Avoid fake productivity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3: Building Strong Daily Habits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Start small</a:t>
            </a:r>
          </a:p>
          <a:p>
            <a:r>
              <a:t>• Stay consistent</a:t>
            </a:r>
          </a:p>
          <a:p>
            <a:r>
              <a:t>• Stack habits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 Small, Stay Consistent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5–10 minute habits</a:t>
            </a:r>
          </a:p>
          <a:p>
            <a:r>
              <a:t>• Consistency beats intensity</a:t>
            </a:r>
          </a:p>
          <a:p>
            <a:r>
              <a:t>• 1% improvement rule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Habit Stacking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Attach new habits to existing ones</a:t>
            </a:r>
          </a:p>
          <a:p>
            <a:r>
              <a:t>• Example: After waking → make bed</a:t>
            </a:r>
          </a:p>
          <a:p>
            <a:r>
              <a:t>• Simple and powerful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Eliminating Bad Habits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triggers</a:t>
            </a:r>
          </a:p>
          <a:p>
            <a:r>
              <a:t>• Replace habits</a:t>
            </a:r>
          </a:p>
          <a:p>
            <a:r>
              <a:t>• Control environment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4: Discipline &amp; 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Self-control</a:t>
            </a:r>
          </a:p>
          <a:p>
            <a:r>
              <a:t>• Procrastination control</a:t>
            </a:r>
          </a:p>
          <a:p>
            <a:r>
              <a:t>• Long-term consistency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Discipline Is a Muscle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Grows with practice</a:t>
            </a:r>
          </a:p>
          <a:p>
            <a:r>
              <a:t>• Stop negotiating</a:t>
            </a:r>
          </a:p>
          <a:p>
            <a:r>
              <a:t>• Do it even when you don’t feel like 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Beating Procrastination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5-minute rule</a:t>
            </a:r>
          </a:p>
          <a:p>
            <a:r>
              <a:t>• Action before motivation</a:t>
            </a:r>
          </a:p>
          <a:p>
            <a:r>
              <a:t>• Progress over perfection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Staying Consistent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Habit tracking</a:t>
            </a:r>
          </a:p>
          <a:p>
            <a:r>
              <a:t>• Accountability</a:t>
            </a:r>
          </a:p>
          <a:p>
            <a:r>
              <a:t>• Restart after failure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5: Organized Mindset for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Clear mind</a:t>
            </a:r>
          </a:p>
          <a:p>
            <a:r>
              <a:t>• Clear goals</a:t>
            </a:r>
          </a:p>
          <a:p>
            <a:r>
              <a:t>• Clear identity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Declutter Your Mind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Brain dumping</a:t>
            </a:r>
          </a:p>
          <a:p>
            <a:r>
              <a:t>• Planning instead of worrying</a:t>
            </a:r>
          </a:p>
          <a:p>
            <a:r>
              <a:t>• Mental clarity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 Setting &amp; Habits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Break goals into habits</a:t>
            </a:r>
          </a:p>
          <a:p>
            <a:r>
              <a:t>• Daily actions matter</a:t>
            </a:r>
          </a:p>
          <a:p>
            <a:r>
              <a:t>• Align habits with vision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Identity-Based Habits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 am an organized person</a:t>
            </a:r>
          </a:p>
          <a:p>
            <a:r>
              <a:t>• Act according to identity</a:t>
            </a:r>
          </a:p>
          <a:p>
            <a:r>
              <a:t>• Systems over goals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30-Day Organization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Daily routine</a:t>
            </a:r>
          </a:p>
          <a:p>
            <a:r>
              <a:t>• One core habit</a:t>
            </a:r>
          </a:p>
          <a:p>
            <a:r>
              <a:t>• Weekly review</a:t>
            </a:r>
          </a:p>
          <a:p>
            <a:r>
              <a:t>• Track progress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Congratulations!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now have the tools to organize your life,</a:t>
            </a:r>
          </a:p>
          <a:p>
            <a:r>
              <a:t>build habits, and create lasting discipline.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410</Words>
  <Application>Microsoft Office PowerPoint</Application>
  <PresentationFormat>On-screen Show (4:3)</PresentationFormat>
  <Paragraphs>97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Force Yourself to Organize</vt:lpstr>
      <vt:lpstr>Course Overview</vt:lpstr>
      <vt:lpstr>Module 1: Understanding Organization &amp; Habits</vt:lpstr>
      <vt:lpstr>What Does It Mean to Be Organized?</vt:lpstr>
      <vt:lpstr>The Science of Habits</vt:lpstr>
      <vt:lpstr>Why You Must Force Yourself First</vt:lpstr>
      <vt:lpstr>Module 2: Organizing Your Time &amp; Life</vt:lpstr>
      <vt:lpstr>Time Is Your Greatest Asset</vt:lpstr>
      <vt:lpstr>Creating a Daily Structure</vt:lpstr>
      <vt:lpstr>Managing Priorities</vt:lpstr>
      <vt:lpstr>Module 3: Building Strong Daily Habits</vt:lpstr>
      <vt:lpstr>Start Small, Stay Consistent</vt:lpstr>
      <vt:lpstr>Habit Stacking</vt:lpstr>
      <vt:lpstr>Eliminating Bad Habits</vt:lpstr>
      <vt:lpstr>Module 4: Discipline &amp; Consistency</vt:lpstr>
      <vt:lpstr>Discipline Is a Muscle</vt:lpstr>
      <vt:lpstr>Beating Procrastination</vt:lpstr>
      <vt:lpstr>Staying Consistent</vt:lpstr>
      <vt:lpstr>Module 5: Organized Mindset for Success</vt:lpstr>
      <vt:lpstr>Declutter Your Mind</vt:lpstr>
      <vt:lpstr>Goal Setting &amp; Habits</vt:lpstr>
      <vt:lpstr>Identity-Based Habits</vt:lpstr>
      <vt:lpstr>30-Day Organization Challenge</vt:lpstr>
      <vt:lpstr>Congratulations!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Force Yourself to Organize</dc:title>
  <dc:subject/>
  <dc:creator>David</dc:creator>
  <cp:keywords/>
  <dc:description>generated using python-pptx</dc:description>
  <cp:lastModifiedBy>David</cp:lastModifiedBy>
  <cp:revision>2</cp:revision>
  <dcterms:created xsi:type="dcterms:W3CDTF">2013-01-27T09:14:16Z</dcterms:created>
  <dcterms:modified xsi:type="dcterms:W3CDTF">2025-12-18T13:24:54Z</dcterms:modified>
  <cp:category/>
</cp:coreProperties>
</file>